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5" r:id="rId4"/>
    <p:sldId id="26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40" y="1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3188D-7DA9-4F23-875A-CBDBE66BBC6A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3FCEA-1190-49D5-8A03-770658FCD4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96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A51EB-9ADF-4976-BEE6-D72191B13C92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168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42182-F27B-0B75-30F3-056A5F6CA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BC118C-92F8-A649-5443-2A946ED80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C8C1AC-2CEE-AFE7-FA39-AD6604AF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3BACA0-EBBC-0B94-26EA-DDD29A76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21CB2-CA1B-1CDF-EACC-1354D8E4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55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BF6D8-3BB3-68A0-76DF-1790CB798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547D10-0FB6-16BA-566E-CD97C6B7D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F3DB29-8F5F-95D8-278A-413C5DFC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B60475-0B84-4961-F481-D605AFF4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90010D-A955-4D4A-023E-221AF595F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66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AC4AC-0186-4C32-F308-047CBC92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C70F5A-CE97-9D26-E54C-BBC5E78BC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6E4D54-44BE-220F-322D-A519B7B0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61B14D-2C16-9122-9F5B-DD090E69F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25F64F-1907-C67B-2A3A-3B3FE724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68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5412D-A3A5-7336-A8E0-F113797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AD288E-07F9-6C55-FF26-C53E94229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475A5F-456A-C1F2-EC00-2BDCEB464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C36B0F-4529-D11A-E605-06ACC203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02932F-C704-C30A-4E95-F44D697C0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445718-CAA5-70EF-089F-D6293A34A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1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EA2C3-02ED-C5F0-C812-AB01B64B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1C4C28-0160-D59C-6128-F149B3822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473C85-A434-9C1B-C96E-04C4748CB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BDE949-8B25-B4E2-4916-296140FAA9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E4B62B-B758-46A4-9A5A-8F7672D15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B9B2FC-8FBE-8260-FCE9-C59FADB8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8AD4AB-5F94-4A31-31B5-E44B8504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203FCB1-BE28-2E1E-E54C-F9BDEF32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68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B9261-7E5A-B2C9-5DDB-4A9CDC32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C52A59-A5E9-D9A9-7A45-2E6106E53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381445-753E-FAE5-BEBA-7539A0C4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E66EA6-1103-E4F2-79E8-D20B66BC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55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BE390C-ECF2-D9E8-8A09-45FFDCE3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6FEEEE-BC66-4B41-8A4A-09E61E00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EDB79A-F54F-09F2-C756-DD4840AF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34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2BFCF-E690-E992-BCB8-9F65F7154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3F8D07-5C27-B077-47B3-5A383EE57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C5206C-28E2-36C7-C6AF-E2E67C794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23FB9F-A757-D34A-C607-5AC9E24C5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485459-BC53-306A-8F1B-6D07B276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DD1F01-6B7A-DA58-E010-A7DC7E15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08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F8787-5783-768F-E027-19D3AF26F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1828B1-4653-3A67-96A7-784B3E673B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F221F7-C580-CDB4-1774-DC8D7D300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469ADE-FA9E-C0EC-119C-56E91814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02D6BB-DE60-5EEC-E7B4-C7A623C55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B0C240-E48B-CCED-5A75-02EBCFAC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013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90E0D-03CF-BD1F-A4E7-B75FD8CB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BD5F4D-50B0-BFE8-1189-A166559F4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4917D8-32DF-691A-3C67-AEA7278B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62F067-2BD8-20D0-38DD-92E56A50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5306CE-B2A5-F838-0A43-98D2851E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6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794E5F-B15D-3691-11E3-4F3D3901B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402692-6E8A-87B4-9AE8-883F85121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DDF999-BFB0-9AB4-E8E0-54F93808B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005682-17A2-1ACA-B888-26F6FE598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C24CF0-6C08-0D62-37EE-FAC27363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1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E6920F-9040-366A-A748-4EFAE555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E373A6-E36A-736D-6838-706920BCB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906D5D-139A-F683-30EC-014FBB23A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070E9-E17B-41BA-9C67-96281D852D58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DE0618-BCA0-FC7A-9E20-C1931F444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2029C9-2F86-63AE-54DE-54CA0979F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905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97C49-BEC8-967C-28ED-2F87AB0188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렌더러</a:t>
            </a:r>
            <a:r>
              <a:rPr lang="ko-KR" altLang="en-US" dirty="0"/>
              <a:t> 설계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656A31-1209-BB8F-91DC-A6AE6632F6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단기</a:t>
            </a:r>
          </a:p>
        </p:txBody>
      </p:sp>
    </p:spTree>
    <p:extLst>
      <p:ext uri="{BB962C8B-B14F-4D97-AF65-F5344CB8AC3E}">
        <p14:creationId xmlns:p14="http://schemas.microsoft.com/office/powerpoint/2010/main" val="2730793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D818F-FA09-27DC-8501-53701BA76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SkeletalMesh</a:t>
            </a:r>
            <a:r>
              <a:rPr lang="en-US" altLang="ko-KR" dirty="0"/>
              <a:t> </a:t>
            </a:r>
            <a:r>
              <a:rPr lang="en-US" altLang="ko-KR" dirty="0" err="1"/>
              <a:t>Intance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0DF747-D36C-DB9F-BE61-5B501EA6D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7854" y="1991506"/>
            <a:ext cx="9068002" cy="486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08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C0549E-44A0-ACFF-8E4A-838B21997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리소스 설계 참고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9FDD85-252C-6E08-21DD-B0E5B0FCBBD2}"/>
              </a:ext>
            </a:extLst>
          </p:cNvPr>
          <p:cNvSpPr/>
          <p:nvPr/>
        </p:nvSpPr>
        <p:spPr>
          <a:xfrm>
            <a:off x="1073893" y="3038380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Skeletal Mesh</a:t>
            </a:r>
          </a:p>
          <a:p>
            <a:pPr algn="ctr"/>
            <a:r>
              <a:rPr lang="en-US" altLang="ko-KR" dirty="0"/>
              <a:t>Instance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BAEAE6-B64E-78FB-F40E-DDD3EBEB45A1}"/>
              </a:ext>
            </a:extLst>
          </p:cNvPr>
          <p:cNvSpPr/>
          <p:nvPr/>
        </p:nvSpPr>
        <p:spPr>
          <a:xfrm>
            <a:off x="1153195" y="3288064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Skeletal Mesh</a:t>
            </a:r>
          </a:p>
          <a:p>
            <a:pPr algn="ctr"/>
            <a:r>
              <a:rPr lang="en-US" altLang="ko-KR" dirty="0"/>
              <a:t>Instance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79E6B7-06A1-C06F-F047-A6A534BA8662}"/>
              </a:ext>
            </a:extLst>
          </p:cNvPr>
          <p:cNvSpPr/>
          <p:nvPr/>
        </p:nvSpPr>
        <p:spPr>
          <a:xfrm>
            <a:off x="1265944" y="3593861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Skeletal Mesh</a:t>
            </a:r>
          </a:p>
          <a:p>
            <a:pPr algn="ctr"/>
            <a:r>
              <a:rPr lang="en-US" altLang="ko-KR" dirty="0"/>
              <a:t>Instance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82DFAEF-87A5-A21E-27AF-815B90332C28}"/>
              </a:ext>
            </a:extLst>
          </p:cNvPr>
          <p:cNvSpPr/>
          <p:nvPr/>
        </p:nvSpPr>
        <p:spPr>
          <a:xfrm>
            <a:off x="6657104" y="6049466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Asset Data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73093B-E2D7-FD83-C383-F74B97536DEC}"/>
              </a:ext>
            </a:extLst>
          </p:cNvPr>
          <p:cNvSpPr/>
          <p:nvPr/>
        </p:nvSpPr>
        <p:spPr>
          <a:xfrm>
            <a:off x="6708161" y="3288065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D3D Resource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44B757-B4AE-FDBD-DCC6-1BEAC72E4BD9}"/>
              </a:ext>
            </a:extLst>
          </p:cNvPr>
          <p:cNvSpPr/>
          <p:nvPr/>
        </p:nvSpPr>
        <p:spPr>
          <a:xfrm>
            <a:off x="5194847" y="1949604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D3DCore,</a:t>
            </a:r>
          </a:p>
          <a:p>
            <a:pPr algn="ctr"/>
            <a:r>
              <a:rPr lang="en-US" altLang="ko-KR" dirty="0" err="1"/>
              <a:t>Device,RHI</a:t>
            </a:r>
            <a:endParaRPr lang="en-US" altLang="ko-KR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135BE5-65C6-89EE-F13E-19705197EF7F}"/>
              </a:ext>
            </a:extLst>
          </p:cNvPr>
          <p:cNvSpPr/>
          <p:nvPr/>
        </p:nvSpPr>
        <p:spPr>
          <a:xfrm>
            <a:off x="5194847" y="1925750"/>
            <a:ext cx="3365607" cy="19690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C3B4DC3-5CF2-7C04-93E8-563611FE2E1B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6118212" y="2556323"/>
            <a:ext cx="1513314" cy="7317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960AD7C-9BB9-FD6C-1FFF-D7CB601E182D}"/>
              </a:ext>
            </a:extLst>
          </p:cNvPr>
          <p:cNvSpPr txBox="1"/>
          <p:nvPr/>
        </p:nvSpPr>
        <p:spPr>
          <a:xfrm>
            <a:off x="3108203" y="2078783"/>
            <a:ext cx="132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로 요청</a:t>
            </a:r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LoadOrGet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39B88D-6DB8-FAA7-44AA-C13B9CD00A18}"/>
              </a:ext>
            </a:extLst>
          </p:cNvPr>
          <p:cNvSpPr/>
          <p:nvPr/>
        </p:nvSpPr>
        <p:spPr>
          <a:xfrm>
            <a:off x="5133525" y="5092424"/>
            <a:ext cx="1846730" cy="606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AssetManager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D94F1D4-A993-A3C0-8D0A-FC41B52EE7C6}"/>
              </a:ext>
            </a:extLst>
          </p:cNvPr>
          <p:cNvCxnSpPr>
            <a:cxnSpLocks/>
            <a:stCxn id="21" idx="2"/>
            <a:endCxn id="12" idx="0"/>
          </p:cNvCxnSpPr>
          <p:nvPr/>
        </p:nvCxnSpPr>
        <p:spPr>
          <a:xfrm>
            <a:off x="6056890" y="5699143"/>
            <a:ext cx="1523579" cy="3503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C69D7DB-A8F8-6A4C-FEF8-2B3B30406335}"/>
              </a:ext>
            </a:extLst>
          </p:cNvPr>
          <p:cNvSpPr/>
          <p:nvPr/>
        </p:nvSpPr>
        <p:spPr>
          <a:xfrm>
            <a:off x="5133525" y="5092424"/>
            <a:ext cx="3365607" cy="1563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E9E324-AD8C-E457-DE99-DB7182ACFC18}"/>
              </a:ext>
            </a:extLst>
          </p:cNvPr>
          <p:cNvSpPr txBox="1"/>
          <p:nvPr/>
        </p:nvSpPr>
        <p:spPr>
          <a:xfrm>
            <a:off x="8621776" y="1910560"/>
            <a:ext cx="234166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Vertex buffer</a:t>
            </a:r>
          </a:p>
          <a:p>
            <a:r>
              <a:rPr lang="en-US" altLang="ko-KR" dirty="0"/>
              <a:t>Index buffer</a:t>
            </a:r>
          </a:p>
          <a:p>
            <a:r>
              <a:rPr lang="en-US" altLang="ko-KR" dirty="0"/>
              <a:t>Texture</a:t>
            </a:r>
          </a:p>
          <a:p>
            <a:r>
              <a:rPr lang="en-US" altLang="ko-KR" dirty="0" err="1"/>
              <a:t>ShaderResourceView</a:t>
            </a:r>
            <a:endParaRPr lang="en-US" altLang="ko-KR" dirty="0"/>
          </a:p>
          <a:p>
            <a:r>
              <a:rPr lang="en-US" altLang="ko-KR" dirty="0" err="1"/>
              <a:t>DepthStencilView</a:t>
            </a:r>
            <a:endParaRPr lang="en-US" altLang="ko-KR" dirty="0"/>
          </a:p>
          <a:p>
            <a:r>
              <a:rPr lang="en-US" altLang="ko-KR" dirty="0" err="1"/>
              <a:t>ConstantBuffer</a:t>
            </a:r>
            <a:endParaRPr lang="en-US" altLang="ko-KR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49EA8A-BE6A-F3EB-6EE5-8CFCDD43FCB6}"/>
              </a:ext>
            </a:extLst>
          </p:cNvPr>
          <p:cNvSpPr txBox="1"/>
          <p:nvPr/>
        </p:nvSpPr>
        <p:spPr>
          <a:xfrm>
            <a:off x="8642268" y="5178857"/>
            <a:ext cx="22717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AnimationKeyFrame</a:t>
            </a:r>
            <a:endParaRPr lang="en-US" altLang="ko-KR" dirty="0"/>
          </a:p>
          <a:p>
            <a:r>
              <a:rPr lang="en-US" altLang="ko-KR" dirty="0"/>
              <a:t>Skeleton(Hierarchy)</a:t>
            </a:r>
          </a:p>
          <a:p>
            <a:r>
              <a:rPr lang="en-US" altLang="ko-KR" dirty="0" err="1"/>
              <a:t>StaticMesh</a:t>
            </a:r>
            <a:r>
              <a:rPr lang="en-US" altLang="ko-KR" dirty="0"/>
              <a:t> Data</a:t>
            </a:r>
          </a:p>
          <a:p>
            <a:r>
              <a:rPr lang="en-US" altLang="ko-KR" dirty="0" err="1"/>
              <a:t>SkeletalMesh</a:t>
            </a:r>
            <a:r>
              <a:rPr lang="en-US" altLang="ko-KR" dirty="0"/>
              <a:t> Data</a:t>
            </a:r>
          </a:p>
          <a:p>
            <a:r>
              <a:rPr lang="en-US" altLang="ko-KR" dirty="0"/>
              <a:t>Material Data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43CEDC6-927C-3CB7-7AA2-C07645AC33C0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 flipV="1">
            <a:off x="3112674" y="2910267"/>
            <a:ext cx="2082173" cy="986954"/>
          </a:xfrm>
          <a:prstGeom prst="straightConnector1">
            <a:avLst/>
          </a:prstGeom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35136CA-DAD9-1710-C7D6-B9A3A7B732C2}"/>
              </a:ext>
            </a:extLst>
          </p:cNvPr>
          <p:cNvCxnSpPr>
            <a:cxnSpLocks/>
            <a:stCxn id="11" idx="3"/>
            <a:endCxn id="25" idx="1"/>
          </p:cNvCxnSpPr>
          <p:nvPr/>
        </p:nvCxnSpPr>
        <p:spPr>
          <a:xfrm>
            <a:off x="3112674" y="3897221"/>
            <a:ext cx="2020851" cy="1977084"/>
          </a:xfrm>
          <a:prstGeom prst="straightConnector1">
            <a:avLst/>
          </a:prstGeom>
          <a:ln w="12700"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8432F84-95AF-DB4A-7A5B-2E6582987C01}"/>
              </a:ext>
            </a:extLst>
          </p:cNvPr>
          <p:cNvSpPr txBox="1"/>
          <p:nvPr/>
        </p:nvSpPr>
        <p:spPr>
          <a:xfrm>
            <a:off x="3108203" y="4589107"/>
            <a:ext cx="1786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로 요청</a:t>
            </a:r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LoadOrGet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796A0-12ED-8F23-129B-59C58C36E879}"/>
              </a:ext>
            </a:extLst>
          </p:cNvPr>
          <p:cNvSpPr txBox="1"/>
          <p:nvPr/>
        </p:nvSpPr>
        <p:spPr>
          <a:xfrm>
            <a:off x="6777315" y="2652889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생성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파괴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D697C-F742-0E68-41B4-214C2AC7CF75}"/>
              </a:ext>
            </a:extLst>
          </p:cNvPr>
          <p:cNvSpPr txBox="1"/>
          <p:nvPr/>
        </p:nvSpPr>
        <p:spPr>
          <a:xfrm>
            <a:off x="6842701" y="5594355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생성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파괴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검색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3BDF7E4-7AFD-F8B9-3F53-97A00515D71D}"/>
              </a:ext>
            </a:extLst>
          </p:cNvPr>
          <p:cNvCxnSpPr/>
          <p:nvPr/>
        </p:nvCxnSpPr>
        <p:spPr>
          <a:xfrm flipV="1">
            <a:off x="2960274" y="2635006"/>
            <a:ext cx="2082173" cy="986954"/>
          </a:xfrm>
          <a:prstGeom prst="straightConnector1">
            <a:avLst/>
          </a:prstGeom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2AF1054-EAC8-9B61-B02F-6F6C84B1C32B}"/>
              </a:ext>
            </a:extLst>
          </p:cNvPr>
          <p:cNvCxnSpPr>
            <a:cxnSpLocks/>
          </p:cNvCxnSpPr>
          <p:nvPr/>
        </p:nvCxnSpPr>
        <p:spPr>
          <a:xfrm>
            <a:off x="2960274" y="3621960"/>
            <a:ext cx="2138252" cy="2077183"/>
          </a:xfrm>
          <a:prstGeom prst="straightConnector1">
            <a:avLst/>
          </a:prstGeom>
          <a:ln w="12700"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7007B67-3039-2987-2B18-71F85416E46E}"/>
              </a:ext>
            </a:extLst>
          </p:cNvPr>
          <p:cNvCxnSpPr>
            <a:cxnSpLocks/>
          </p:cNvCxnSpPr>
          <p:nvPr/>
        </p:nvCxnSpPr>
        <p:spPr>
          <a:xfrm flipV="1">
            <a:off x="2962625" y="2359745"/>
            <a:ext cx="2082173" cy="986954"/>
          </a:xfrm>
          <a:prstGeom prst="straightConnector1">
            <a:avLst/>
          </a:prstGeom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7C3EDFC-A72C-9022-4C38-CDD70A247287}"/>
              </a:ext>
            </a:extLst>
          </p:cNvPr>
          <p:cNvCxnSpPr>
            <a:cxnSpLocks/>
          </p:cNvCxnSpPr>
          <p:nvPr/>
        </p:nvCxnSpPr>
        <p:spPr>
          <a:xfrm>
            <a:off x="2962625" y="3346699"/>
            <a:ext cx="2170900" cy="2145460"/>
          </a:xfrm>
          <a:prstGeom prst="straightConnector1">
            <a:avLst/>
          </a:prstGeom>
          <a:ln w="12700">
            <a:solidFill>
              <a:schemeClr val="accent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E2CB7C3-2C69-0D30-15DB-B4D3B3F04670}"/>
              </a:ext>
            </a:extLst>
          </p:cNvPr>
          <p:cNvSpPr txBox="1"/>
          <p:nvPr/>
        </p:nvSpPr>
        <p:spPr>
          <a:xfrm>
            <a:off x="6331643" y="1541228"/>
            <a:ext cx="172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D3D </a:t>
            </a:r>
            <a:r>
              <a:rPr lang="ko-KR" altLang="en-US" dirty="0"/>
              <a:t>자원 관리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CC4B97-3E08-EC52-630F-5F351441B60C}"/>
              </a:ext>
            </a:extLst>
          </p:cNvPr>
          <p:cNvSpPr txBox="1"/>
          <p:nvPr/>
        </p:nvSpPr>
        <p:spPr>
          <a:xfrm>
            <a:off x="6258595" y="4694635"/>
            <a:ext cx="397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파일에서 읽은 읽기전용 데이터 관리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3FA8B0-18E3-4A86-42FB-5D39D16669BF}"/>
              </a:ext>
            </a:extLst>
          </p:cNvPr>
          <p:cNvSpPr txBox="1"/>
          <p:nvPr/>
        </p:nvSpPr>
        <p:spPr>
          <a:xfrm>
            <a:off x="2177583" y="2725114"/>
            <a:ext cx="931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Shared_ptr</a:t>
            </a:r>
            <a:endParaRPr lang="ko-KR" alt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A9518E-E0D8-2542-76D5-19D74FFF6709}"/>
              </a:ext>
            </a:extLst>
          </p:cNvPr>
          <p:cNvSpPr txBox="1"/>
          <p:nvPr/>
        </p:nvSpPr>
        <p:spPr>
          <a:xfrm>
            <a:off x="5929545" y="3612750"/>
            <a:ext cx="804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weak_ptr</a:t>
            </a:r>
            <a:endParaRPr lang="ko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D5FD96-C1DA-8CA3-A9CE-261FE3579228}"/>
              </a:ext>
            </a:extLst>
          </p:cNvPr>
          <p:cNvSpPr txBox="1"/>
          <p:nvPr/>
        </p:nvSpPr>
        <p:spPr>
          <a:xfrm>
            <a:off x="5903698" y="6411032"/>
            <a:ext cx="804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weak_ptr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00810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E9761-8C37-0304-BB14-82E4C82B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RenderItem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4945A-D805-7CA9-D2FE-3CB91EBF8FA5}"/>
              </a:ext>
            </a:extLst>
          </p:cNvPr>
          <p:cNvSpPr txBox="1"/>
          <p:nvPr/>
        </p:nvSpPr>
        <p:spPr>
          <a:xfrm>
            <a:off x="5492694" y="3352929"/>
            <a:ext cx="643924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Renderer </a:t>
            </a:r>
            <a:r>
              <a:rPr lang="ko-KR" altLang="en-US" sz="1400" dirty="0"/>
              <a:t>에서</a:t>
            </a:r>
            <a:endParaRPr lang="en-US" altLang="ko-KR" sz="1400" dirty="0"/>
          </a:p>
          <a:p>
            <a:r>
              <a:rPr lang="en-US" altLang="ko-KR" sz="1400" dirty="0"/>
              <a:t>vector&lt;</a:t>
            </a:r>
            <a:r>
              <a:rPr lang="en-US" altLang="ko-KR" sz="1400" dirty="0" err="1"/>
              <a:t>StaticMeshInstance</a:t>
            </a:r>
            <a:r>
              <a:rPr lang="en-US" altLang="ko-KR" sz="1400" dirty="0"/>
              <a:t>*&gt; </a:t>
            </a:r>
            <a:r>
              <a:rPr lang="en-US" altLang="ko-KR" sz="1400" dirty="0" err="1"/>
              <a:t>StaticMeshes</a:t>
            </a:r>
            <a:endParaRPr lang="en-US" altLang="ko-KR" sz="1400" dirty="0"/>
          </a:p>
          <a:p>
            <a:r>
              <a:rPr lang="en-US" altLang="ko-KR" sz="1400" dirty="0"/>
              <a:t>vector&lt;</a:t>
            </a:r>
            <a:r>
              <a:rPr lang="en-US" altLang="ko-KR" sz="1400" dirty="0" err="1"/>
              <a:t>SkeletalMeshInsance</a:t>
            </a:r>
            <a:r>
              <a:rPr lang="en-US" altLang="ko-KR" sz="1400" dirty="0"/>
              <a:t>*&gt; SkeletalMeshes</a:t>
            </a:r>
          </a:p>
          <a:p>
            <a:endParaRPr lang="en-US" altLang="ko-KR" sz="1400" dirty="0"/>
          </a:p>
          <a:p>
            <a:r>
              <a:rPr lang="en-US" altLang="ko-KR" sz="1400" dirty="0"/>
              <a:t>vector&lt;</a:t>
            </a:r>
            <a:r>
              <a:rPr lang="en-US" altLang="ko-KR" sz="1400" dirty="0" err="1"/>
              <a:t>RenderItem</a:t>
            </a:r>
            <a:r>
              <a:rPr lang="en-US" altLang="ko-KR" sz="1400" dirty="0"/>
              <a:t>&gt; </a:t>
            </a:r>
            <a:r>
              <a:rPr lang="en-US" altLang="ko-KR" sz="1400" dirty="0" err="1"/>
              <a:t>OpaqueItems</a:t>
            </a:r>
            <a:r>
              <a:rPr lang="en-US" altLang="ko-KR" sz="1400" dirty="0"/>
              <a:t>  //(Depth write ON)</a:t>
            </a:r>
          </a:p>
          <a:p>
            <a:r>
              <a:rPr lang="en-US" altLang="ko-KR" sz="1400" dirty="0"/>
              <a:t>vector&lt;</a:t>
            </a:r>
            <a:r>
              <a:rPr lang="en-US" altLang="ko-KR" sz="1400" dirty="0" err="1"/>
              <a:t>RenderItem</a:t>
            </a:r>
            <a:r>
              <a:rPr lang="en-US" altLang="ko-KR" sz="1400" dirty="0"/>
              <a:t>&gt; </a:t>
            </a:r>
            <a:r>
              <a:rPr lang="en-US" altLang="ko-KR" sz="1400" dirty="0" err="1"/>
              <a:t>TransparentItems</a:t>
            </a:r>
            <a:r>
              <a:rPr lang="en-US" altLang="ko-KR" sz="1400" dirty="0"/>
              <a:t>  //(Depth write OFF, Depth test ON)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8E5B2-1FAD-B14E-0815-37CA83BE217D}"/>
              </a:ext>
            </a:extLst>
          </p:cNvPr>
          <p:cNvSpPr txBox="1"/>
          <p:nvPr/>
        </p:nvSpPr>
        <p:spPr>
          <a:xfrm>
            <a:off x="5492694" y="2206776"/>
            <a:ext cx="54857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GameWorld</a:t>
            </a:r>
            <a:r>
              <a:rPr lang="en-US" altLang="ko-KR" sz="1400" dirty="0"/>
              <a:t> </a:t>
            </a:r>
            <a:r>
              <a:rPr lang="ko-KR" altLang="en-US" sz="1400" dirty="0"/>
              <a:t>에서</a:t>
            </a:r>
            <a:endParaRPr lang="en-US" altLang="ko-KR" sz="1400" dirty="0"/>
          </a:p>
          <a:p>
            <a:r>
              <a:rPr lang="en-US" altLang="ko-KR" sz="1400" dirty="0"/>
              <a:t>CreateGameObject</a:t>
            </a:r>
          </a:p>
          <a:p>
            <a:r>
              <a:rPr lang="en-US" altLang="ko-KR" sz="1400" dirty="0"/>
              <a:t>      </a:t>
            </a:r>
            <a:r>
              <a:rPr lang="en-US" altLang="ko-KR" sz="1400" dirty="0" err="1"/>
              <a:t>GameObject</a:t>
            </a:r>
            <a:endParaRPr lang="en-US" altLang="ko-KR" sz="1400" dirty="0"/>
          </a:p>
          <a:p>
            <a:r>
              <a:rPr lang="en-US" altLang="ko-KR" sz="1400" dirty="0"/>
              <a:t>           </a:t>
            </a:r>
            <a:r>
              <a:rPr lang="en-US" altLang="ko-KR" sz="1400" dirty="0" err="1"/>
              <a:t>SkeletalMeshInsance</a:t>
            </a:r>
            <a:r>
              <a:rPr lang="en-US" altLang="ko-KR" sz="1400" dirty="0"/>
              <a:t>(Component)</a:t>
            </a: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48F60F-972B-17F7-92A5-5E40F5D42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59" y="2344721"/>
            <a:ext cx="4454763" cy="39554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D44978-4CD9-3DD1-6830-AB6C59017490}"/>
              </a:ext>
            </a:extLst>
          </p:cNvPr>
          <p:cNvSpPr txBox="1"/>
          <p:nvPr/>
        </p:nvSpPr>
        <p:spPr>
          <a:xfrm>
            <a:off x="612396" y="1732327"/>
            <a:ext cx="1082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렌더링을 하기위한 프레임 캡처 데이터 </a:t>
            </a:r>
            <a:r>
              <a:rPr lang="en-US" altLang="ko-KR" dirty="0"/>
              <a:t>, </a:t>
            </a:r>
            <a:r>
              <a:rPr lang="ko-KR" altLang="en-US" dirty="0"/>
              <a:t>매 프레임 생성</a:t>
            </a:r>
            <a:r>
              <a:rPr lang="en-US" altLang="ko-KR" dirty="0"/>
              <a:t>/</a:t>
            </a:r>
            <a:r>
              <a:rPr lang="ko-KR" altLang="en-US" dirty="0"/>
              <a:t>소비 하는 데이터이므로 </a:t>
            </a:r>
            <a:r>
              <a:rPr lang="en-US" altLang="ko-KR" dirty="0" err="1"/>
              <a:t>ShredPtr</a:t>
            </a:r>
            <a:r>
              <a:rPr lang="ko-KR" altLang="en-US" dirty="0"/>
              <a:t> 필요는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00CAF3-8693-383B-E8AE-6BAE6E776691}"/>
              </a:ext>
            </a:extLst>
          </p:cNvPr>
          <p:cNvSpPr txBox="1"/>
          <p:nvPr/>
        </p:nvSpPr>
        <p:spPr>
          <a:xfrm>
            <a:off x="5492694" y="4924384"/>
            <a:ext cx="8951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/>
              <a:t>불투명 </a:t>
            </a:r>
            <a:r>
              <a:rPr lang="en-US" altLang="ko-KR" sz="1400" b="1" dirty="0"/>
              <a:t>Opaque </a:t>
            </a:r>
            <a:r>
              <a:rPr lang="ko-KR" altLang="en-US" sz="1400" b="1" dirty="0"/>
              <a:t>정렬 필요</a:t>
            </a:r>
            <a:endParaRPr lang="en-US" altLang="ko-KR" sz="1400" b="1" dirty="0"/>
          </a:p>
          <a:p>
            <a:r>
              <a:rPr lang="en-US" altLang="ko-KR" sz="1400" b="1" dirty="0"/>
              <a:t>1</a:t>
            </a:r>
            <a:r>
              <a:rPr lang="ko-KR" altLang="en-US" sz="1400" b="1" dirty="0"/>
              <a:t>순위</a:t>
            </a:r>
            <a:r>
              <a:rPr lang="en-US" altLang="ko-KR" sz="1400" b="1" dirty="0"/>
              <a:t>: </a:t>
            </a:r>
            <a:r>
              <a:rPr lang="ko-KR" altLang="en-US" sz="1400" b="1" dirty="0" err="1"/>
              <a:t>머티리얼</a:t>
            </a:r>
            <a:r>
              <a:rPr lang="ko-KR" altLang="en-US" sz="1400" b="1" dirty="0"/>
              <a:t> 정렬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파이프라인 상태 변경 최소화가 제일 큼</a:t>
            </a:r>
            <a:r>
              <a:rPr lang="en-US" altLang="ko-KR" sz="1400" dirty="0"/>
              <a:t>)</a:t>
            </a:r>
          </a:p>
          <a:p>
            <a:r>
              <a:rPr lang="en-US" altLang="ko-KR" sz="1400" b="1" dirty="0"/>
              <a:t>2</a:t>
            </a:r>
            <a:r>
              <a:rPr lang="ko-KR" altLang="en-US" sz="1400" b="1" dirty="0"/>
              <a:t>순위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옵션</a:t>
            </a:r>
            <a:r>
              <a:rPr lang="en-US" altLang="ko-KR" sz="1400" b="1" dirty="0"/>
              <a:t>): </a:t>
            </a:r>
            <a:r>
              <a:rPr lang="ko-KR" altLang="en-US" sz="1400" b="1" dirty="0"/>
              <a:t>카메라 거리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보통 </a:t>
            </a:r>
            <a:r>
              <a:rPr lang="en-US" altLang="ko-KR" sz="1400" b="1" dirty="0"/>
              <a:t>Front-to-Back)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오버드로우</a:t>
            </a:r>
            <a:r>
              <a:rPr lang="ko-KR" altLang="en-US" sz="1400" dirty="0"/>
              <a:t> 감소용</a:t>
            </a:r>
            <a:r>
              <a:rPr lang="en-US" altLang="ko-KR" sz="1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CC0B05-8386-E4BD-D80C-E3B0CCC7F0A6}"/>
              </a:ext>
            </a:extLst>
          </p:cNvPr>
          <p:cNvSpPr txBox="1"/>
          <p:nvPr/>
        </p:nvSpPr>
        <p:spPr>
          <a:xfrm>
            <a:off x="5492693" y="5870399"/>
            <a:ext cx="64392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/>
              <a:t>투명 </a:t>
            </a:r>
            <a:r>
              <a:rPr lang="en-US" altLang="ko-KR" sz="1400" b="1" dirty="0"/>
              <a:t>Transparent </a:t>
            </a:r>
            <a:r>
              <a:rPr lang="ko-KR" altLang="en-US" sz="1400" b="1" dirty="0"/>
              <a:t>정렬 필요</a:t>
            </a:r>
            <a:endParaRPr lang="en-US" altLang="ko-KR" sz="1400" b="1" dirty="0"/>
          </a:p>
          <a:p>
            <a:r>
              <a:rPr lang="en-US" altLang="ko-KR" sz="1400" b="1" dirty="0"/>
              <a:t>1</a:t>
            </a:r>
            <a:r>
              <a:rPr lang="ko-KR" altLang="en-US" sz="1400" b="1" dirty="0"/>
              <a:t>순위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카메라 거리 </a:t>
            </a:r>
            <a:r>
              <a:rPr lang="en-US" altLang="ko-KR" sz="1400" b="1" dirty="0"/>
              <a:t>Back-to-Front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블렌딩</a:t>
            </a:r>
            <a:r>
              <a:rPr lang="ko-KR" altLang="en-US" sz="1400" dirty="0"/>
              <a:t> 때문에 거의 필수</a:t>
            </a:r>
            <a:r>
              <a:rPr lang="en-US" altLang="ko-KR" sz="1400" dirty="0"/>
              <a:t>)</a:t>
            </a:r>
          </a:p>
          <a:p>
            <a:r>
              <a:rPr lang="en-US" altLang="ko-KR" sz="1400" b="1" dirty="0"/>
              <a:t>2</a:t>
            </a:r>
            <a:r>
              <a:rPr lang="ko-KR" altLang="en-US" sz="1400" b="1" dirty="0"/>
              <a:t>순위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옵션</a:t>
            </a:r>
            <a:r>
              <a:rPr lang="en-US" altLang="ko-KR" sz="1400" b="1" dirty="0"/>
              <a:t>): </a:t>
            </a:r>
            <a:r>
              <a:rPr lang="ko-KR" altLang="en-US" sz="1400" b="1" dirty="0" err="1"/>
              <a:t>머티리얼</a:t>
            </a:r>
            <a:r>
              <a:rPr lang="ko-KR" altLang="en-US" sz="1400" b="1" dirty="0"/>
              <a:t> 정렬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같은 </a:t>
            </a:r>
            <a:r>
              <a:rPr lang="en-US" altLang="ko-KR" sz="1400" dirty="0"/>
              <a:t>depth(</a:t>
            </a:r>
            <a:r>
              <a:rPr lang="ko-KR" altLang="en-US" sz="1400" dirty="0"/>
              <a:t>또는 비슷한 </a:t>
            </a:r>
            <a:r>
              <a:rPr lang="en-US" altLang="ko-KR" sz="1400" dirty="0"/>
              <a:t>depth) </a:t>
            </a:r>
            <a:r>
              <a:rPr lang="ko-KR" altLang="en-US" sz="1400" dirty="0"/>
              <a:t>내에서만 보조</a:t>
            </a:r>
            <a:r>
              <a:rPr lang="en-US" altLang="ko-KR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7379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212</Words>
  <Application>Microsoft Office PowerPoint</Application>
  <PresentationFormat>와이드스크린</PresentationFormat>
  <Paragraphs>56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렌더러 설계</vt:lpstr>
      <vt:lpstr>SkeletalMesh Intance</vt:lpstr>
      <vt:lpstr>리소스 설계 참고</vt:lpstr>
      <vt:lpstr>RenderItem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Dongwon Lee</dc:creator>
  <cp:lastModifiedBy>Dongwon Lee</cp:lastModifiedBy>
  <cp:revision>31</cp:revision>
  <dcterms:created xsi:type="dcterms:W3CDTF">2025-12-28T09:05:57Z</dcterms:created>
  <dcterms:modified xsi:type="dcterms:W3CDTF">2025-12-28T20:21:27Z</dcterms:modified>
</cp:coreProperties>
</file>