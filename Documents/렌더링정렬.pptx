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72" y="13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23188D-7DA9-4F23-875A-CBDBE66BBC6A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83FCEA-1190-49D5-8A03-770658FCD4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3967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A42182-F27B-0B75-30F3-056A5F6CAE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9BC118C-92F8-A649-5443-2A946ED80C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C8C1AC-2CEE-AFE7-FA39-AD6604AF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070E9-E17B-41BA-9C67-96281D852D58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3BACA0-EBBC-0B94-26EA-DDD29A768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D21CB2-CA1B-1CDF-EACC-1354D8E45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4D14A-EED0-4B6F-960F-326E99428F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0552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6BF6D8-3BB3-68A0-76DF-1790CB798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547D10-0FB6-16BA-566E-CD97C6B7D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F3DB29-8F5F-95D8-278A-413C5DFC9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070E9-E17B-41BA-9C67-96281D852D58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B60475-0B84-4961-F481-D605AFF44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90010D-A955-4D4A-023E-221AF595F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4D14A-EED0-4B6F-960F-326E99428F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2667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7AC4AC-0186-4C32-F308-047CBC92D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C70F5A-CE97-9D26-E54C-BBC5E78BC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6E4D54-44BE-220F-322D-A519B7B04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070E9-E17B-41BA-9C67-96281D852D58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61B14D-2C16-9122-9F5B-DD090E69F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25F64F-1907-C67B-2A3A-3B3FE7247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4D14A-EED0-4B6F-960F-326E99428F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7680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75412D-A3A5-7336-A8E0-F113797A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AD288E-07F9-6C55-FF26-C53E942299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E475A5F-456A-C1F2-EC00-2BDCEB4640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0C36B0F-4529-D11A-E605-06ACC2038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070E9-E17B-41BA-9C67-96281D852D58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C02932F-C704-C30A-4E95-F44D697C0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445718-CAA5-70EF-089F-D6293A34A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4D14A-EED0-4B6F-960F-326E99428F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6118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EA2C3-02ED-C5F0-C812-AB01B64BD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1C4C28-0160-D59C-6128-F149B3822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2473C85-A434-9C1B-C96E-04C4748CBD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3BDE949-8B25-B4E2-4916-296140FAA9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1E4B62B-B758-46A4-9A5A-8F7672D15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3B9B2FC-8FBE-8260-FCE9-C59FADB87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070E9-E17B-41BA-9C67-96281D852D58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28AD4AB-5F94-4A31-31B5-E44B8504D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203FCB1-BE28-2E1E-E54C-F9BDEF323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4D14A-EED0-4B6F-960F-326E99428F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2687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9B9261-7E5A-B2C9-5DDB-4A9CDC32A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4C52A59-A5E9-D9A9-7A45-2E6106E53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070E9-E17B-41BA-9C67-96281D852D58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381445-753E-FAE5-BEBA-7539A0C41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9E66EA6-1103-E4F2-79E8-D20B66BCC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4D14A-EED0-4B6F-960F-326E99428F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0553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1BE390C-ECF2-D9E8-8A09-45FFDCE3C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070E9-E17B-41BA-9C67-96281D852D58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96FEEEE-BC66-4B41-8A4A-09E61E00D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EDB79A-F54F-09F2-C756-DD4840AF6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4D14A-EED0-4B6F-960F-326E99428F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5343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F2BFCF-E690-E992-BCB8-9F65F7154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3F8D07-5C27-B077-47B3-5A383EE57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6C5206C-28E2-36C7-C6AF-E2E67C794E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23FB9F-A757-D34A-C607-5AC9E24C5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070E9-E17B-41BA-9C67-96281D852D58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485459-BC53-306A-8F1B-6D07B2768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2DD1F01-6B7A-DA58-E010-A7DC7E15B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4D14A-EED0-4B6F-960F-326E99428F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6088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4F8787-5783-768F-E027-19D3AF26F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D1828B1-4653-3A67-96A7-784B3E673B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8F221F7-C580-CDB4-1774-DC8D7D3003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C469ADE-FA9E-C0EC-119C-56E91814F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070E9-E17B-41BA-9C67-96281D852D58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402D6BB-DE60-5EEC-E7B4-C7A623C55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5B0C240-E48B-CCED-5A75-02EBCFAC3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4D14A-EED0-4B6F-960F-326E99428F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5013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F90E0D-03CF-BD1F-A4E7-B75FD8CBD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DBD5F4D-50B0-BFE8-1189-A166559F4B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4917D8-32DF-691A-3C67-AEA7278B7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070E9-E17B-41BA-9C67-96281D852D58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62F067-2BD8-20D0-38DD-92E56A50F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5306CE-B2A5-F838-0A43-98D2851ED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4D14A-EED0-4B6F-960F-326E99428F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860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6794E5F-B15D-3691-11E3-4F3D3901BF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8402692-6E8A-87B4-9AE8-883F851213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DDF999-BFB0-9AB4-E8E0-54F93808B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070E9-E17B-41BA-9C67-96281D852D58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005682-17A2-1ACA-B888-26F6FE598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C24CF0-6C08-0D62-37EE-FAC27363E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4D14A-EED0-4B6F-960F-326E99428F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214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8E6920F-9040-366A-A748-4EFAE5555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E373A6-E36A-736D-6838-706920BCB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906D5D-139A-F683-30EC-014FBB23AE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2070E9-E17B-41BA-9C67-96281D852D58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DE0618-BCA0-FC7A-9E20-C1931F444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2029C9-2F86-63AE-54DE-54CA0979F4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84D14A-EED0-4B6F-960F-326E99428F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0905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997C49-BEC8-967C-28ED-2F87AB0188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렌더링 정렬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5656A31-1209-BB8F-91DC-A6AE6632F6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단기</a:t>
            </a:r>
          </a:p>
        </p:txBody>
      </p:sp>
    </p:spTree>
    <p:extLst>
      <p:ext uri="{BB962C8B-B14F-4D97-AF65-F5344CB8AC3E}">
        <p14:creationId xmlns:p14="http://schemas.microsoft.com/office/powerpoint/2010/main" val="2730793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41E3CB-4371-3473-FF38-0A743313D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불투명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EC87AA-62BA-8131-0C69-8D44C46760D2}"/>
              </a:ext>
            </a:extLst>
          </p:cNvPr>
          <p:cNvSpPr txBox="1"/>
          <p:nvPr/>
        </p:nvSpPr>
        <p:spPr>
          <a:xfrm>
            <a:off x="290286" y="1684825"/>
            <a:ext cx="10273453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Depth Test On  , Depth Write On    </a:t>
            </a:r>
          </a:p>
          <a:p>
            <a:r>
              <a:rPr lang="ko-KR" altLang="en-US" dirty="0"/>
              <a:t>카메라 기준 불투명 뒤의 반투명은 그릴 필요 없으므로 불투명을 먼저 그려 깊이 값을 준비한다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머터리얼</a:t>
            </a:r>
            <a:r>
              <a:rPr lang="ko-KR" altLang="en-US" dirty="0"/>
              <a:t> 정렬 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Draw </a:t>
            </a:r>
            <a:r>
              <a:rPr lang="ko-KR" altLang="en-US" dirty="0" err="1"/>
              <a:t>할때마다</a:t>
            </a:r>
            <a:r>
              <a:rPr lang="ko-KR" altLang="en-US" dirty="0"/>
              <a:t> </a:t>
            </a:r>
            <a:r>
              <a:rPr lang="ko-KR" altLang="en-US" dirty="0" err="1"/>
              <a:t>머터리얼이</a:t>
            </a:r>
            <a:r>
              <a:rPr lang="ko-KR" altLang="en-US" dirty="0"/>
              <a:t> 달라진다면 </a:t>
            </a:r>
            <a:r>
              <a:rPr lang="en-US" altLang="ko-KR" dirty="0"/>
              <a:t>Shader, Texture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그릴때마다 변경한다</a:t>
            </a:r>
            <a:r>
              <a:rPr lang="en-US" altLang="ko-KR" dirty="0"/>
              <a:t>. </a:t>
            </a:r>
            <a:r>
              <a:rPr lang="en-US" altLang="ko-KR" dirty="0" err="1"/>
              <a:t>DeviceContext</a:t>
            </a:r>
            <a:r>
              <a:rPr lang="ko-KR" altLang="en-US" dirty="0"/>
              <a:t>의 </a:t>
            </a:r>
            <a:endParaRPr lang="en-US" altLang="ko-KR" dirty="0"/>
          </a:p>
          <a:p>
            <a:r>
              <a:rPr lang="ko-KR" altLang="en-US" dirty="0"/>
              <a:t>변경을 최소화하기 위해 </a:t>
            </a:r>
            <a:r>
              <a:rPr lang="ko-KR" altLang="en-US" dirty="0" err="1"/>
              <a:t>머터리얼</a:t>
            </a:r>
            <a:r>
              <a:rPr lang="ko-KR" altLang="en-US" dirty="0"/>
              <a:t> 기준으로 정렬하고 </a:t>
            </a:r>
            <a:r>
              <a:rPr lang="ko-KR" altLang="en-US" dirty="0" err="1"/>
              <a:t>머터리얼</a:t>
            </a:r>
            <a:r>
              <a:rPr lang="ko-KR" altLang="en-US" dirty="0"/>
              <a:t> 변경전에 이전과 </a:t>
            </a:r>
            <a:r>
              <a:rPr lang="ko-KR" altLang="en-US" dirty="0" err="1"/>
              <a:t>같은지</a:t>
            </a:r>
            <a:r>
              <a:rPr lang="ko-KR" altLang="en-US" dirty="0"/>
              <a:t> 확인후</a:t>
            </a:r>
            <a:endParaRPr lang="en-US" altLang="ko-KR" dirty="0"/>
          </a:p>
          <a:p>
            <a:r>
              <a:rPr lang="ko-KR" altLang="en-US" dirty="0" err="1"/>
              <a:t>다를때만</a:t>
            </a:r>
            <a:r>
              <a:rPr lang="ko-KR" altLang="en-US" dirty="0"/>
              <a:t> 변경한다</a:t>
            </a:r>
            <a:r>
              <a:rPr lang="en-US" altLang="ko-KR" dirty="0"/>
              <a:t>.</a:t>
            </a:r>
            <a:r>
              <a:rPr lang="ko-KR" altLang="en-US" dirty="0"/>
              <a:t>  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40486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E42E70-E930-960F-C323-A516987CF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반투명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68FB08BB-3A12-AF3E-445F-EF2320BAA141}"/>
              </a:ext>
            </a:extLst>
          </p:cNvPr>
          <p:cNvGrpSpPr/>
          <p:nvPr/>
        </p:nvGrpSpPr>
        <p:grpSpPr>
          <a:xfrm>
            <a:off x="290286" y="2697945"/>
            <a:ext cx="10900610" cy="1681047"/>
            <a:chOff x="207402" y="2226231"/>
            <a:chExt cx="10900610" cy="168104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B03A2F7-9713-831C-0ECF-BA75756720A1}"/>
                </a:ext>
              </a:extLst>
            </p:cNvPr>
            <p:cNvSpPr txBox="1"/>
            <p:nvPr/>
          </p:nvSpPr>
          <p:spPr>
            <a:xfrm>
              <a:off x="7665175" y="2595563"/>
              <a:ext cx="26661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 err="1"/>
                <a:t>렌더타겟</a:t>
              </a:r>
              <a:r>
                <a:rPr lang="ko-KR" altLang="en-US" sz="1400" dirty="0"/>
                <a:t> 색상 </a:t>
              </a:r>
              <a:r>
                <a:rPr lang="en-US" altLang="ko-KR" sz="1400" dirty="0"/>
                <a:t>* </a:t>
              </a:r>
              <a:r>
                <a:rPr lang="ko-KR" altLang="en-US" sz="1400" dirty="0"/>
                <a:t>나머지 </a:t>
              </a:r>
              <a:r>
                <a:rPr lang="ko-KR" altLang="en-US" sz="1400" dirty="0" err="1"/>
                <a:t>알파값</a:t>
              </a:r>
              <a:endParaRPr lang="ko-KR" altLang="en-US" sz="1400" dirty="0"/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5775D1D5-1D62-ED10-BA1C-B63F0FCEF140}"/>
                </a:ext>
              </a:extLst>
            </p:cNvPr>
            <p:cNvGrpSpPr/>
            <p:nvPr/>
          </p:nvGrpSpPr>
          <p:grpSpPr>
            <a:xfrm>
              <a:off x="207402" y="2226231"/>
              <a:ext cx="10900610" cy="1681047"/>
              <a:chOff x="207402" y="2226231"/>
              <a:chExt cx="10900610" cy="1681047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9474F15-6C50-9CEB-6CBE-9D31FCF96125}"/>
                  </a:ext>
                </a:extLst>
              </p:cNvPr>
              <p:cNvSpPr txBox="1"/>
              <p:nvPr/>
            </p:nvSpPr>
            <p:spPr>
              <a:xfrm>
                <a:off x="207402" y="2226231"/>
                <a:ext cx="109006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 err="1"/>
                  <a:t>렌더타겟에</a:t>
                </a:r>
                <a:r>
                  <a:rPr lang="ko-KR" altLang="en-US" dirty="0"/>
                  <a:t> 기록할 최종 컬러 </a:t>
                </a:r>
                <a:r>
                  <a:rPr lang="en-US" altLang="ko-KR" dirty="0"/>
                  <a:t>= Source Color * Source Alpha + Destination Color * (1 - Source Alpha) </a:t>
                </a:r>
                <a:endParaRPr lang="ko-KR" altLang="en-US" dirty="0"/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C691C24-FC48-AD52-F8F0-A4037D3B05B2}"/>
                  </a:ext>
                </a:extLst>
              </p:cNvPr>
              <p:cNvSpPr txBox="1"/>
              <p:nvPr/>
            </p:nvSpPr>
            <p:spPr>
              <a:xfrm>
                <a:off x="3714608" y="2595564"/>
                <a:ext cx="218412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/>
                  <a:t>PS</a:t>
                </a:r>
                <a:r>
                  <a:rPr lang="ko-KR" altLang="en-US" sz="1400" dirty="0"/>
                  <a:t>가 출력한 </a:t>
                </a:r>
                <a:r>
                  <a:rPr lang="en-US" altLang="ko-KR" sz="1400" dirty="0"/>
                  <a:t>Color RGBA</a:t>
                </a:r>
                <a:endParaRPr lang="ko-KR" altLang="en-US" sz="1400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B6F3233-F34F-D42C-C43F-303488521A09}"/>
                  </a:ext>
                </a:extLst>
              </p:cNvPr>
              <p:cNvSpPr txBox="1"/>
              <p:nvPr/>
            </p:nvSpPr>
            <p:spPr>
              <a:xfrm>
                <a:off x="6222345" y="2595563"/>
                <a:ext cx="111921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400" dirty="0"/>
                  <a:t>연산자 </a:t>
                </a:r>
                <a:r>
                  <a:rPr lang="en-US" altLang="ko-KR" sz="1400" dirty="0"/>
                  <a:t>Add</a:t>
                </a:r>
                <a:endParaRPr lang="ko-KR" altLang="en-US" sz="1400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224E9F6-2BD8-C441-1804-CCE15B61CE1E}"/>
                  </a:ext>
                </a:extLst>
              </p:cNvPr>
              <p:cNvSpPr txBox="1"/>
              <p:nvPr/>
            </p:nvSpPr>
            <p:spPr>
              <a:xfrm>
                <a:off x="466081" y="3260947"/>
                <a:ext cx="1015213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 err="1"/>
                  <a:t>렌더</a:t>
                </a:r>
                <a:r>
                  <a:rPr lang="ko-KR" altLang="en-US" dirty="0"/>
                  <a:t> 타겟에 있는 색상을 참조하므로 먼저 계산한 결과가 다음 반투명 결과값에 영향을 준다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즉 올바른 표현을 위해 반투명 목록은  정렬을 하여 카메라에서 먼 쪽 오브젝트부터 그려야 한다</a:t>
                </a:r>
                <a:r>
                  <a:rPr lang="en-US" altLang="ko-KR" dirty="0"/>
                  <a:t>.</a:t>
                </a:r>
                <a:r>
                  <a:rPr lang="ko-KR" altLang="en-US" dirty="0"/>
                  <a:t> </a:t>
                </a:r>
              </a:p>
            </p:txBody>
          </p: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A4933112-1AEB-DA66-7693-656CEF59257A}"/>
              </a:ext>
            </a:extLst>
          </p:cNvPr>
          <p:cNvSpPr txBox="1"/>
          <p:nvPr/>
        </p:nvSpPr>
        <p:spPr>
          <a:xfrm>
            <a:off x="290286" y="1684825"/>
            <a:ext cx="72042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Depth Test On  , Depth Write Off    </a:t>
            </a:r>
          </a:p>
          <a:p>
            <a:r>
              <a:rPr lang="ko-KR" altLang="en-US" dirty="0"/>
              <a:t>불투명 컬러보다 깊이 값이 커서 멀다면  가려지므로 그릴 </a:t>
            </a:r>
            <a:r>
              <a:rPr lang="ko-KR" altLang="en-US" dirty="0" err="1"/>
              <a:t>필요없다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94626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684</TotalTime>
  <Words>134</Words>
  <Application>Microsoft Office PowerPoint</Application>
  <PresentationFormat>와이드스크린</PresentationFormat>
  <Paragraphs>22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렌더링 정렬</vt:lpstr>
      <vt:lpstr>불투명</vt:lpstr>
      <vt:lpstr>반투명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Dongwon Lee</dc:creator>
  <cp:lastModifiedBy>Dongwon Lee</cp:lastModifiedBy>
  <cp:revision>69</cp:revision>
  <dcterms:created xsi:type="dcterms:W3CDTF">2025-12-28T09:05:57Z</dcterms:created>
  <dcterms:modified xsi:type="dcterms:W3CDTF">2026-01-04T18:42:58Z</dcterms:modified>
</cp:coreProperties>
</file>